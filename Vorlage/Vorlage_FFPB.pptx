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media/image10.svg" ContentType="image/svg+xml"/>
  <Override PartName="/ppt/media/image2.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style7.xml" ContentType="application/vnd.ms-office.chartstyle+xml"/>
  <Override PartName="/ppt/charts/style8.xml" ContentType="application/vnd.ms-office.chartstyle+xml"/>
  <Override PartName="/ppt/charts/colors7.xml" ContentType="application/vnd.ms-office.chartcolorstyle+xml"/>
  <Override PartName="/ppt/charts/colors8.xml" ContentType="application/vnd.ms-office.chartcolorstyle+xml"/>
  <Override PartName="/ppt/slideLayouts/slideLayout29.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sldIdLst>
    <p:sldId id="1587" r:id="rId2"/>
    <p:sldId id="267" r:id="rId3"/>
    <p:sldId id="296" r:id="rId4"/>
    <p:sldId id="297" r:id="rId5"/>
    <p:sldId id="268" r:id="rId6"/>
    <p:sldId id="269" r:id="rId7"/>
    <p:sldId id="327" r:id="rId14"/>
    <p:sldId id="332" r:id="rId15"/>
    <p:sldId id="1598" r:id="rId16"/>
    <p:sldId id="1599" r:id="rId38"/>
    <p:sldId id="328" r:id="rId17"/>
    <p:sldId id="284" r:id="rId18"/>
    <p:sldId id="300" r:id="rId19"/>
    <p:sldId id="286" r:id="rId20"/>
    <p:sldId id="1594" r:id="rId21"/>
    <p:sldId id="288" r:id="rId22"/>
    <p:sldId id="289" r:id="rId23"/>
    <p:sldId id="290" r:id="rId24"/>
    <p:sldId id="291" r:id="rId25"/>
    <p:sldId id="292" r:id="rId26"/>
    <p:sldId id="293" r:id="rId27"/>
    <p:sldId id="294" r:id="rId28"/>
    <p:sldId id="295" r:id="rId29"/>
    <p:sldId id="298" r:id="rId30"/>
    <p:sldId id="299" r:id="rId3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8/10/relationships/authors" Target="authors.xml"/><Relationship Id="rId38"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5.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xlsx"/><Relationship Id="rId4" Type="http://schemas.openxmlformats.org/officeDocument/2006/relationships/chartUserShapes" Target="../drawings/drawing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8.xml"/><Relationship Id="rId1"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28575"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12.02.2026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12.02.2026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12.02.2026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png"/><Relationship Id="rId31" Type="http://schemas.openxmlformats.org/officeDocument/2006/relationships/image" Target="../media/image2.svg"/><Relationship Id="rId32" Type="http://schemas.openxmlformats.org/officeDocument/2006/relationships/image" Target="../media/image3.png"/><Relationship Id="rId33"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12.02.2026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r:embed="rId30">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33"/>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chart" Target="../charts/chart3.xml"/><Relationship Id="rId3"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9.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jpeg"/><Relationship Id="rId3" Type="http://schemas.openxmlformats.org/officeDocument/2006/relationships/image" Target="../media/image26.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8.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13</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14</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16</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20</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21</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25</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26</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12.02.2026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29</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12.02.2026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19.05.2026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3467</Words>
  <Application>Microsoft Office PowerPoint</Application>
  <PresentationFormat>Benutzerdefiniert</PresentationFormat>
  <Paragraphs>872</Paragraphs>
  <Slides>30</Slides>
  <Notes>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30</vt:i4>
      </vt:variant>
    </vt:vector>
  </HeadingPairs>
  <TitlesOfParts>
    <vt:vector size="38" baseType="lpstr">
      <vt:lpstr>Arial</vt:lpstr>
      <vt:lpstr>Calibri</vt:lpstr>
      <vt:lpstr>Noto Sans</vt:lpstr>
      <vt:lpstr>Noto Serif</vt:lpstr>
      <vt:lpstr>Open Sans</vt:lpstr>
      <vt:lpstr>Symbol</vt:lpstr>
      <vt:lpstr>Wingdings</vt:lpstr>
      <vt:lpstr>Office</vt:lpstr>
      <vt:lpstr>Unsere ausschüttende   Vermögensverwaltung</vt:lpstr>
      <vt:lpstr>Inhalt</vt:lpstr>
      <vt:lpstr>Sehr geehrte Interessentin, sehr geehrter Interessent,</vt:lpstr>
      <vt:lpstr>Die Fugger</vt:lpstr>
      <vt:lpstr>Unsere Vermögensverwaltung</vt:lpstr>
      <vt:lpstr>Unsere Vermögensverwaltung </vt:lpstr>
      <vt:lpstr>Die ausschüttende Vermögensverwaltung – planbare Erträge und flexible Gestaltung   </vt:lpstr>
      <vt:lpstr>Die ausschüttende Vermögensverwaltung Ausgestaltung</vt:lpstr>
      <vt:lpstr>Die ausschüttende Vermögensverwaltung – wissenschaftlich fundiert, einfach erklärt</vt:lpstr>
      <vt:lpstr>Die ausschüttende Vermögensverwaltung – Szenarien zur Vermögensentwicklung</vt:lpstr>
      <vt:lpstr>Die ausschüttende Vermögensverwaltung – Szenarien zur Vermögensentwicklung</vt:lpstr>
      <vt:lpstr>Nächste Schritte – Ihr Weg zur individuellen Depotrente</vt:lpstr>
      <vt:lpstr>Anlagevorschlag</vt:lpstr>
      <vt:lpstr>Anlagevorschlag</vt:lpstr>
      <vt:lpstr>Aktuelle Portfoliozusammenstellung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Michael Wirl</cp:lastModifiedBy>
  <cp:revision>192</cp:revision>
  <dcterms:created xsi:type="dcterms:W3CDTF">2023-08-14T05:18:02Z</dcterms:created>
  <dcterms:modified xsi:type="dcterms:W3CDTF">2026-02-12T10:48:00Z</dcterms:modified>
  <cp:category>Vorlagen;Design</cp:category>
</cp:coreProperties>
</file>