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1599" r:id="rId13"/>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3" Type="http://schemas.openxmlformats.org/officeDocument/2006/relationships/slide" Target="slides/slide25.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microsoft.com/office/2011/relationships/chartColorStyle" Target="colors7.xml"/><Relationship Id="rId3" Type="http://schemas.microsoft.com/office/2011/relationships/chartStyle" Target="style7.xml"/></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microsoft.com/office/2011/relationships/chartColorStyle" Target="colors8.xml"/><Relationship Id="rId3"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28575"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240797"/>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png"/><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png"/><Relationship Id="rId3" Type="http://schemas.openxmlformats.org/officeDocument/2006/relationships/image" Target="../media/image31.jpe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 Id="rId3" Type="http://schemas.openxmlformats.org/officeDocument/2006/relationships/chart" Target="../charts/char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19.05.2026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r:id="rId3"/>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r:id="rId2"/>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