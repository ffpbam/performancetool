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1599" r:id="rId38"/>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 Id="rId38"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1.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 Id="rId33"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33"/>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8.xml"/><Relationship Id="rId3" Type="http://schemas.openxmlformats.org/officeDocument/2006/relationships/chart" Target="../charts/char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jpeg"/><Relationship Id="rId3" Type="http://schemas.openxmlformats.org/officeDocument/2006/relationships/image" Target="../media/image26.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19.05.2026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