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5.xml" ContentType="application/vnd.openxmlformats-officedocument.drawingml.chartshapes+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6.xml" ContentType="application/vnd.openxmlformats-officedocument.drawingml.chartshape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sldIdLst>
    <p:sldId id="1587" r:id="rId2"/>
    <p:sldId id="267" r:id="rId3"/>
    <p:sldId id="296" r:id="rId4"/>
    <p:sldId id="297" r:id="rId5"/>
    <p:sldId id="268" r:id="rId6"/>
    <p:sldId id="269" r:id="rId7"/>
    <p:sldId id="327" r:id="rId8"/>
    <p:sldId id="332" r:id="rId9"/>
    <p:sldId id="1598" r:id="rId10"/>
    <p:sldId id="1599" r:id="rId11"/>
    <p:sldId id="1600" r:id="rId12"/>
    <p:sldId id="328" r:id="rId13"/>
    <p:sldId id="284" r:id="rId14"/>
    <p:sldId id="300" r:id="rId15"/>
    <p:sldId id="286" r:id="rId16"/>
    <p:sldId id="1594" r:id="rId17"/>
    <p:sldId id="288" r:id="rId18"/>
    <p:sldId id="289" r:id="rId19"/>
    <p:sldId id="290" r:id="rId20"/>
    <p:sldId id="291" r:id="rId21"/>
    <p:sldId id="292" r:id="rId22"/>
    <p:sldId id="293" r:id="rId23"/>
    <p:sldId id="294" r:id="rId24"/>
    <p:sldId id="295" r:id="rId25"/>
    <p:sldId id="298" r:id="rId26"/>
    <p:sldId id="299" r:id="rId27"/>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5.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19050"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19050"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46202</c:v>
                </c:pt>
              </c:numCache>
            </c:numRef>
          </c:cat>
          <c:val>
            <c:numRef>
              <c:f>Tabelle1!$B$2:$B$234</c:f>
              <c:numCache>
                <c:formatCode>General</c:formatCode>
                <c:ptCount val="233"/>
                <c:pt idx="0">
                  <c:v>1</c:v>
                </c:pt>
                <c:pt idx="1">
                  <c:v>1.0000632264141394</c:v>
                </c:pt>
                <c:pt idx="2">
                  <c:v>1.0031282187893142</c:v>
                </c:pt>
                <c:pt idx="3">
                  <c:v>1.0070689232716816</c:v>
                </c:pt>
                <c:pt idx="4">
                  <c:v>1.0131989080220309</c:v>
                </c:pt>
                <c:pt idx="5">
                  <c:v>1.0175774685579948</c:v>
                </c:pt>
                <c:pt idx="6">
                  <c:v>1.0301001516908515</c:v>
                </c:pt>
                <c:pt idx="7">
                  <c:v>1.0376684935772649</c:v>
                </c:pt>
                <c:pt idx="8">
                  <c:v>1.0463883968846368</c:v>
                </c:pt>
                <c:pt idx="9">
                  <c:v>1.057898669250368</c:v>
                </c:pt>
                <c:pt idx="10">
                  <c:v>1.0638282034993809</c:v>
                </c:pt>
                <c:pt idx="11">
                  <c:v>1.0725481068067528</c:v>
                </c:pt>
                <c:pt idx="12">
                  <c:v>1.0762104661958491</c:v>
                </c:pt>
                <c:pt idx="13">
                  <c:v>1.0766726210711401</c:v>
                </c:pt>
                <c:pt idx="14">
                  <c:v>1.0853554647894559</c:v>
                </c:pt>
                <c:pt idx="15">
                  <c:v>1.0940383085077716</c:v>
                </c:pt>
                <c:pt idx="16">
                  <c:v>1.0983797303669294</c:v>
                </c:pt>
                <c:pt idx="17">
                  <c:v>1.1027211522260874</c:v>
                </c:pt>
                <c:pt idx="18">
                  <c:v>1.1101883978238389</c:v>
                </c:pt>
                <c:pt idx="19">
                  <c:v>1.1066805289616395</c:v>
                </c:pt>
                <c:pt idx="20">
                  <c:v>1.1153264705941524</c:v>
                </c:pt>
                <c:pt idx="21">
                  <c:v>1.1110034997778959</c:v>
                </c:pt>
                <c:pt idx="22">
                  <c:v>1.1239724122266654</c:v>
                </c:pt>
                <c:pt idx="23">
                  <c:v>1.1248370063899165</c:v>
                </c:pt>
                <c:pt idx="24">
                  <c:v>1.1252693034715422</c:v>
                </c:pt>
                <c:pt idx="25">
                  <c:v>1.1123081723702422</c:v>
                </c:pt>
                <c:pt idx="26">
                  <c:v>1.1168710464519467</c:v>
                </c:pt>
                <c:pt idx="27">
                  <c:v>1.1134273678997169</c:v>
                </c:pt>
                <c:pt idx="28">
                  <c:v>1.1183346098366445</c:v>
                </c:pt>
                <c:pt idx="29">
                  <c:v>1.1226392080269318</c:v>
                </c:pt>
                <c:pt idx="30">
                  <c:v>1.1338311633216787</c:v>
                </c:pt>
                <c:pt idx="31">
                  <c:v>1.1390423314138314</c:v>
                </c:pt>
                <c:pt idx="32">
                  <c:v>1.1443573479373248</c:v>
                </c:pt>
                <c:pt idx="33">
                  <c:v>1.1371563578087207</c:v>
                </c:pt>
                <c:pt idx="34">
                  <c:v>1.1475292126368288</c:v>
                </c:pt>
                <c:pt idx="35">
                  <c:v>1.1386137010490334</c:v>
                </c:pt>
                <c:pt idx="36">
                  <c:v>1.1453860608128397</c:v>
                </c:pt>
                <c:pt idx="37">
                  <c:v>1.1438472778032156</c:v>
                </c:pt>
                <c:pt idx="38">
                  <c:v>1.1523834515181648</c:v>
                </c:pt>
                <c:pt idx="39">
                  <c:v>1.160919625233114</c:v>
                </c:pt>
                <c:pt idx="40">
                  <c:v>1.1643340947190937</c:v>
                </c:pt>
                <c:pt idx="41">
                  <c:v>1.1592123904901241</c:v>
                </c:pt>
                <c:pt idx="42">
                  <c:v>1.1665534998849805</c:v>
                </c:pt>
                <c:pt idx="43">
                  <c:v>1.1792983651785289</c:v>
                </c:pt>
                <c:pt idx="44">
                  <c:v>1.1882846187211893</c:v>
                </c:pt>
                <c:pt idx="45">
                  <c:v>1.197470058823904</c:v>
                </c:pt>
                <c:pt idx="46">
                  <c:v>1.1999488218456695</c:v>
                </c:pt>
                <c:pt idx="47">
                  <c:v>1.2039566509106339</c:v>
                </c:pt>
                <c:pt idx="48">
                  <c:v>1.2036556617479064</c:v>
                </c:pt>
                <c:pt idx="49">
                  <c:v>1.1915766070581504</c:v>
                </c:pt>
                <c:pt idx="50">
                  <c:v>1.1992980234718873</c:v>
                </c:pt>
                <c:pt idx="51">
                  <c:v>1.2041431874867137</c:v>
                </c:pt>
                <c:pt idx="52">
                  <c:v>1.2079723628229213</c:v>
                </c:pt>
                <c:pt idx="53">
                  <c:v>1.202004979350576</c:v>
                </c:pt>
                <c:pt idx="54">
                  <c:v>1.1738420026843921</c:v>
                </c:pt>
                <c:pt idx="55">
                  <c:v>1.1846560690878023</c:v>
                </c:pt>
                <c:pt idx="56">
                  <c:v>1.1897974764276433</c:v>
                </c:pt>
                <c:pt idx="57">
                  <c:v>1.1887147607240942</c:v>
                </c:pt>
                <c:pt idx="58">
                  <c:v>1.2032289679525354</c:v>
                </c:pt>
                <c:pt idx="59">
                  <c:v>1.2047450364521557</c:v>
                </c:pt>
                <c:pt idx="60">
                  <c:v>1.200130862962544</c:v>
                </c:pt>
                <c:pt idx="61">
                  <c:v>1.2049490583413514</c:v>
                </c:pt>
                <c:pt idx="62">
                  <c:v>1.2168780540189308</c:v>
                </c:pt>
                <c:pt idx="63">
                  <c:v>1.2205286881809874</c:v>
                </c:pt>
                <c:pt idx="64">
                  <c:v>1.2299267590799809</c:v>
                </c:pt>
                <c:pt idx="65">
                  <c:v>1.2400121585044368</c:v>
                </c:pt>
                <c:pt idx="66">
                  <c:v>1.2537762934638361</c:v>
                </c:pt>
                <c:pt idx="67">
                  <c:v>1.2553142068098062</c:v>
                </c:pt>
                <c:pt idx="68">
                  <c:v>1.2625950292093031</c:v>
                </c:pt>
                <c:pt idx="69">
                  <c:v>1.2632263267239077</c:v>
                </c:pt>
                <c:pt idx="70">
                  <c:v>1.2656264567446831</c:v>
                </c:pt>
                <c:pt idx="71">
                  <c:v>1.2766374069183617</c:v>
                </c:pt>
                <c:pt idx="72">
                  <c:v>1.2784246992880475</c:v>
                </c:pt>
                <c:pt idx="73">
                  <c:v>1.2915770686730879</c:v>
                </c:pt>
                <c:pt idx="74">
                  <c:v>1.2972600077752494</c:v>
                </c:pt>
                <c:pt idx="75">
                  <c:v>1.2932385017511461</c:v>
                </c:pt>
                <c:pt idx="76">
                  <c:v>1.2907813485978188</c:v>
                </c:pt>
                <c:pt idx="77">
                  <c:v>1.2883288640354829</c:v>
                </c:pt>
                <c:pt idx="78">
                  <c:v>1.2625622867547732</c:v>
                </c:pt>
                <c:pt idx="79">
                  <c:v>1.2685111646093901</c:v>
                </c:pt>
                <c:pt idx="80">
                  <c:v>1.2663546956295542</c:v>
                </c:pt>
                <c:pt idx="81">
                  <c:v>1.2614159123165989</c:v>
                </c:pt>
                <c:pt idx="82">
                  <c:v>1.2810940005487379</c:v>
                </c:pt>
                <c:pt idx="83">
                  <c:v>1.2876275799515366</c:v>
                </c:pt>
                <c:pt idx="84">
                  <c:v>1.2792580006818517</c:v>
                </c:pt>
                <c:pt idx="85">
                  <c:v>1.2752223574485508</c:v>
                </c:pt>
                <c:pt idx="86">
                  <c:v>1.2818535137072835</c:v>
                </c:pt>
                <c:pt idx="87">
                  <c:v>1.2977484972772537</c:v>
                </c:pt>
                <c:pt idx="88">
                  <c:v>1.3090389092035657</c:v>
                </c:pt>
                <c:pt idx="89">
                  <c:v>1.3052426963668753</c:v>
                </c:pt>
                <c:pt idx="90">
                  <c:v>1.3129436282754399</c:v>
                </c:pt>
                <c:pt idx="91">
                  <c:v>1.3240978721638166</c:v>
                </c:pt>
                <c:pt idx="92">
                  <c:v>1.3284673951419572</c:v>
                </c:pt>
                <c:pt idx="93">
                  <c:v>1.3243491462170172</c:v>
                </c:pt>
                <c:pt idx="94">
                  <c:v>1.3228923621561786</c:v>
                </c:pt>
                <c:pt idx="95">
                  <c:v>1.3133675371486542</c:v>
                </c:pt>
                <c:pt idx="96">
                  <c:v>1.3209850688641165</c:v>
                </c:pt>
                <c:pt idx="97">
                  <c:v>1.3190539207919441</c:v>
                </c:pt>
                <c:pt idx="98">
                  <c:v>1.3375206756830313</c:v>
                </c:pt>
                <c:pt idx="99">
                  <c:v>1.3363169070749166</c:v>
                </c:pt>
                <c:pt idx="100">
                  <c:v>1.3400585944147263</c:v>
                </c:pt>
                <c:pt idx="101">
                  <c:v>1.3442127760574121</c:v>
                </c:pt>
                <c:pt idx="102">
                  <c:v>1.338567082397971</c:v>
                </c:pt>
                <c:pt idx="103">
                  <c:v>1.3388761240731195</c:v>
                </c:pt>
                <c:pt idx="104">
                  <c:v>1.3457043923058927</c:v>
                </c:pt>
                <c:pt idx="105">
                  <c:v>1.3447623992312785</c:v>
                </c:pt>
                <c:pt idx="106">
                  <c:v>1.3574031657840526</c:v>
                </c:pt>
                <c:pt idx="107">
                  <c:v>1.3540096578695926</c:v>
                </c:pt>
                <c:pt idx="108">
                  <c:v>1.3500830298617708</c:v>
                </c:pt>
                <c:pt idx="109">
                  <c:v>1.3446140460202551</c:v>
                </c:pt>
                <c:pt idx="110">
                  <c:v>1.3420592793328165</c:v>
                </c:pt>
                <c:pt idx="111">
                  <c:v>1.3428645149004161</c:v>
                </c:pt>
                <c:pt idx="112">
                  <c:v>1.345818816833197</c:v>
                </c:pt>
                <c:pt idx="113">
                  <c:v>1.3427234335544806</c:v>
                </c:pt>
                <c:pt idx="114">
                  <c:v>1.3377553568503291</c:v>
                </c:pt>
                <c:pt idx="115">
                  <c:v>1.3348672433665409</c:v>
                </c:pt>
                <c:pt idx="116">
                  <c:v>1.3367360575072542</c:v>
                </c:pt>
                <c:pt idx="117">
                  <c:v>1.3337952381807383</c:v>
                </c:pt>
                <c:pt idx="118">
                  <c:v>1.3329949610378298</c:v>
                </c:pt>
                <c:pt idx="119">
                  <c:v>1.3167324225131682</c:v>
                </c:pt>
                <c:pt idx="120">
                  <c:v>1.3227893916567288</c:v>
                </c:pt>
                <c:pt idx="121">
                  <c:v>1.3375836335616917</c:v>
                </c:pt>
                <c:pt idx="122">
                  <c:v>1.3414626260990206</c:v>
                </c:pt>
                <c:pt idx="123">
                  <c:v>1.3536699359965219</c:v>
                </c:pt>
                <c:pt idx="124">
                  <c:v>1.3649053964652929</c:v>
                </c:pt>
                <c:pt idx="125">
                  <c:v>1.363131019449888</c:v>
                </c:pt>
                <c:pt idx="126">
                  <c:v>1.3848048026591413</c:v>
                </c:pt>
                <c:pt idx="127">
                  <c:v>1.3953285228965895</c:v>
                </c:pt>
                <c:pt idx="128">
                  <c:v>1.4091422752732659</c:v>
                </c:pt>
                <c:pt idx="129">
                  <c:v>1.3985737082087164</c:v>
                </c:pt>
                <c:pt idx="130">
                  <c:v>1.3973149918713286</c:v>
                </c:pt>
                <c:pt idx="131">
                  <c:v>1.3922846579005916</c:v>
                </c:pt>
                <c:pt idx="132">
                  <c:v>1.3995245381216748</c:v>
                </c:pt>
                <c:pt idx="133">
                  <c:v>1.4062581055200531</c:v>
                </c:pt>
                <c:pt idx="134">
                  <c:v>1.3923361502754046</c:v>
                </c:pt>
                <c:pt idx="135">
                  <c:v>1.2944549189110437</c:v>
                </c:pt>
                <c:pt idx="136">
                  <c:v>1.3577537644457938</c:v>
                </c:pt>
                <c:pt idx="137">
                  <c:v>1.3603334965982408</c:v>
                </c:pt>
                <c:pt idx="138">
                  <c:v>1.3765214652077598</c:v>
                </c:pt>
                <c:pt idx="139">
                  <c:v>1.3984958753349335</c:v>
                </c:pt>
                <c:pt idx="140">
                  <c:v>1.3991951232726008</c:v>
                </c:pt>
                <c:pt idx="141">
                  <c:v>1.36603419885104</c:v>
                </c:pt>
                <c:pt idx="142">
                  <c:v>1.3732741801049506</c:v>
                </c:pt>
                <c:pt idx="143">
                  <c:v>1.3838483912917587</c:v>
                </c:pt>
                <c:pt idx="144">
                  <c:v>1.3893837848569257</c:v>
                </c:pt>
                <c:pt idx="145">
                  <c:v>1.3816803811963811</c:v>
                </c:pt>
                <c:pt idx="146">
                  <c:v>1.3594353270591195</c:v>
                </c:pt>
                <c:pt idx="147">
                  <c:v>1.3663684472271211</c:v>
                </c:pt>
                <c:pt idx="148">
                  <c:v>1.3689645472768528</c:v>
                </c:pt>
                <c:pt idx="149">
                  <c:v>1.3778628168341522</c:v>
                </c:pt>
                <c:pt idx="150">
                  <c:v>1.3800673973410869</c:v>
                </c:pt>
                <c:pt idx="151">
                  <c:v>1.3919293181330279</c:v>
                </c:pt>
                <c:pt idx="152">
                  <c:v>1.3874751443150022</c:v>
                </c:pt>
                <c:pt idx="153">
                  <c:v>1.3781790608480917</c:v>
                </c:pt>
                <c:pt idx="154">
                  <c:v>1.3768008817872437</c:v>
                </c:pt>
                <c:pt idx="155">
                  <c:v>1.3807936043444267</c:v>
                </c:pt>
                <c:pt idx="156">
                  <c:v>1.3820363185883364</c:v>
                </c:pt>
                <c:pt idx="157">
                  <c:v>1.3611624911941818</c:v>
                </c:pt>
                <c:pt idx="158">
                  <c:v>1.347959215029598</c:v>
                </c:pt>
                <c:pt idx="159">
                  <c:v>1.3369059494663553</c:v>
                </c:pt>
                <c:pt idx="160">
                  <c:v>1.3221999840222254</c:v>
                </c:pt>
                <c:pt idx="161">
                  <c:v>1.3010447842778698</c:v>
                </c:pt>
                <c:pt idx="162">
                  <c:v>1.2595414556594058</c:v>
                </c:pt>
                <c:pt idx="163">
                  <c:v>1.3098743696314479</c:v>
                </c:pt>
                <c:pt idx="164">
                  <c:v>1.2718880129121359</c:v>
                </c:pt>
                <c:pt idx="165">
                  <c:v>1.2295341420821617</c:v>
                </c:pt>
                <c:pt idx="166">
                  <c:v>1.2342063718220739</c:v>
                </c:pt>
                <c:pt idx="167">
                  <c:v>1.2611120707277952</c:v>
                </c:pt>
                <c:pt idx="168">
                  <c:v>1.2467353931214984</c:v>
                </c:pt>
                <c:pt idx="169">
                  <c:v>1.2588168824485424</c:v>
                </c:pt>
                <c:pt idx="170">
                  <c:v>1.2425781446649562</c:v>
                </c:pt>
                <c:pt idx="171">
                  <c:v>1.258110371473268</c:v>
                </c:pt>
                <c:pt idx="172">
                  <c:v>1.2599975370304779</c:v>
                </c:pt>
                <c:pt idx="173">
                  <c:v>1.2621395328434297</c:v>
                </c:pt>
                <c:pt idx="174">
                  <c:v>1.2577220444784778</c:v>
                </c:pt>
                <c:pt idx="175">
                  <c:v>1.264524780029602</c:v>
                </c:pt>
                <c:pt idx="176">
                  <c:v>1.2671802820676641</c:v>
                </c:pt>
                <c:pt idx="177">
                  <c:v>1.2581833020649837</c:v>
                </c:pt>
                <c:pt idx="178">
                  <c:v>1.271142590076253</c:v>
                </c:pt>
                <c:pt idx="179">
                  <c:v>1.2917351000354882</c:v>
                </c:pt>
                <c:pt idx="180">
                  <c:v>1.3217033543563117</c:v>
                </c:pt>
                <c:pt idx="181">
                  <c:v>1.3193763303880481</c:v>
                </c:pt>
                <c:pt idx="182">
                  <c:v>1.3094810079101378</c:v>
                </c:pt>
                <c:pt idx="183">
                  <c:v>1.3305636521374911</c:v>
                </c:pt>
                <c:pt idx="184">
                  <c:v>1.3244430593376586</c:v>
                </c:pt>
                <c:pt idx="185">
                  <c:v>1.3248403922554599</c:v>
                </c:pt>
                <c:pt idx="186">
                  <c:v>1.3357040834719547</c:v>
                </c:pt>
                <c:pt idx="187">
                  <c:v>1.35330281958675</c:v>
                </c:pt>
                <c:pt idx="188">
                  <c:v>1.3560094252259236</c:v>
                </c:pt>
                <c:pt idx="189">
                  <c:v>1.371874735501067</c:v>
                </c:pt>
                <c:pt idx="190">
                  <c:v>1.3728350478159177</c:v>
                </c:pt>
                <c:pt idx="191">
                  <c:v>1.3926038725044669</c:v>
                </c:pt>
                <c:pt idx="192">
                  <c:v>1.3857801135291949</c:v>
                </c:pt>
                <c:pt idx="193">
                  <c:v>1.4000369500481775</c:v>
                </c:pt>
                <c:pt idx="194">
                  <c:v>1.4081571643584569</c:v>
                </c:pt>
                <c:pt idx="195">
                  <c:v>1.4001306685216137</c:v>
                </c:pt>
                <c:pt idx="196">
                  <c:v>1.415812132009056</c:v>
                </c:pt>
                <c:pt idx="197">
                  <c:v>1.4227496114559002</c:v>
                </c:pt>
                <c:pt idx="198">
                  <c:v>1.4233187113004824</c:v>
                </c:pt>
                <c:pt idx="199">
                  <c:v>1.426907040103542</c:v>
                </c:pt>
                <c:pt idx="200">
                  <c:v>1.430616998407811</c:v>
                </c:pt>
                <c:pt idx="201">
                  <c:v>1.4443509215925261</c:v>
                </c:pt>
                <c:pt idx="202">
                  <c:v>1.4618275677437957</c:v>
                </c:pt>
                <c:pt idx="203">
                  <c:v>1.4682596090418685</c:v>
                </c:pt>
                <c:pt idx="204">
                  <c:v>1.470021520572719</c:v>
                </c:pt>
                <c:pt idx="205">
                  <c:v>1.4983929359197725</c:v>
                </c:pt>
                <c:pt idx="206">
                  <c:v>1.5150041791022442</c:v>
                </c:pt>
                <c:pt idx="207">
                  <c:v>1.4704625270288907</c:v>
                </c:pt>
                <c:pt idx="208">
                  <c:v>1.4772246260235251</c:v>
                </c:pt>
                <c:pt idx="209">
                  <c:v>1.4872207723634199</c:v>
                </c:pt>
                <c:pt idx="210">
                  <c:v>1.4810466819770145</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-5.3110256862079304E-3</c:v>
                </c:pt>
                <c:pt idx="1">
                  <c:v>-9.8315264985904899E-2</c:v>
                </c:pt>
                <c:pt idx="2">
                  <c:v>6.0389939109671942E-2</c:v>
                </c:pt>
                <c:pt idx="3">
                  <c:v>4.8500000000000001E-2</c:v>
                </c:pt>
                <c:pt idx="4">
                  <c:v>6.08E-2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-1.12E-2</c:v>
                </c:pt>
                <c:pt idx="1">
                  <c:v>-0.12790000000000001</c:v>
                </c:pt>
                <c:pt idx="2">
                  <c:v>6.8699999999999997E-2</c:v>
                </c:pt>
                <c:pt idx="3">
                  <c:v>2.8400000000000002E-2</c:v>
                </c:pt>
                <c:pt idx="4">
                  <c:v>2.0799999999999999E-2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02.07.2026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02.07.2026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02.07.2026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02.07.2026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29"/>
    <p:sldLayoutId id="2147483685"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2.xml"/><Relationship Id="rId4" Type="http://schemas.openxmlformats.org/officeDocument/2006/relationships/image" Target="../media/image23.jpeg"/></Relationships>
</file>

<file path=ppt/slides/_rels/slide2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2.xml"/><Relationship Id="rId4"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7</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8</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9</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a:t>
            </a:r>
            <a:r>
              <a:rPr lang="de-DE" dirty="0"/>
              <a:t>vollständige Performancehistorie kann auf Anfrage eingesehen werden</a:t>
            </a:r>
          </a:p>
          <a:p>
            <a:r>
              <a:rPr lang="de-DE" dirty="0"/>
              <a:t>** ab 30.06. abzüglich halbjährigen Honorarsatz</a:t>
            </a:r>
          </a:p>
          <a:p>
            <a:r>
              <a:rPr lang="de-DE" dirty="0"/>
              <a:t>*** 50% </a:t>
            </a:r>
            <a:r>
              <a:rPr lang="de-DE" dirty="0" err="1"/>
              <a:t>iBoxx</a:t>
            </a:r>
            <a:r>
              <a:rPr lang="de-DE" dirty="0"/>
              <a:t> EUR Corp. OV. 3-5y TR; 50% </a:t>
            </a:r>
            <a:r>
              <a:rPr lang="de-DE" dirty="0" err="1"/>
              <a:t>iBoxx</a:t>
            </a:r>
            <a:r>
              <a:rPr lang="de-DE" dirty="0"/>
              <a:t> EUR Sovereigns Germ. 5-7y TR</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303555845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41281121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27840725"/>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48,10%</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2,27%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Konservativ | </a:t>
            </a:r>
            <a:r>
              <a:rPr lang="de-DE" b="0" dirty="0"/>
              <a:t>Wertentwicklung</a:t>
            </a:r>
          </a:p>
        </p:txBody>
      </p:sp>
    </p:spTree>
    <p:extLst>
      <p:ext uri="{BB962C8B-B14F-4D97-AF65-F5344CB8AC3E}">
        <p14:creationId xmlns:p14="http://schemas.microsoft.com/office/powerpoint/2010/main" val="2840954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12</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14</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16</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17</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02.07.2026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02.07.2026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3172</Words>
  <Application>Microsoft Office PowerPoint</Application>
  <PresentationFormat>Benutzerdefiniert</PresentationFormat>
  <Paragraphs>801</Paragraphs>
  <Slides>26</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26</vt:i4>
      </vt:variant>
    </vt:vector>
  </HeadingPairs>
  <TitlesOfParts>
    <vt:vector size="34" baseType="lpstr">
      <vt:lpstr>Arial</vt:lpstr>
      <vt:lpstr>Calibri</vt:lpstr>
      <vt:lpstr>Noto Sans</vt:lpstr>
      <vt:lpstr>Noto Serif</vt:lpstr>
      <vt:lpstr>Open Sans</vt:lpstr>
      <vt:lpstr>Symbol</vt:lpstr>
      <vt:lpstr>Wingdings 2</vt:lpstr>
      <vt:lpstr>Office</vt:lpstr>
      <vt:lpstr>Unsere  Vermögensverwaltung</vt:lpstr>
      <vt:lpstr>Inhalt</vt:lpstr>
      <vt:lpstr>Sehr geehrte Interessentin, sehr geehrter Interessent,</vt:lpstr>
      <vt:lpstr>Die Fugger</vt:lpstr>
      <vt:lpstr>Unsere Vermögensverwaltung</vt:lpstr>
      <vt:lpstr>Unsere Vermögensverwaltung </vt:lpstr>
      <vt:lpstr>Anlagevorschlag</vt:lpstr>
      <vt:lpstr>Anlagevorschlag</vt:lpstr>
      <vt:lpstr>Aktuelle Portfoliozusammenstellung</vt:lpstr>
      <vt:lpstr>Referenzportfolio| Wertentwicklung (ohne Benchmark)</vt:lpstr>
      <vt:lpstr>Anlagestrategie Konservativ | Wertentwicklung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Philip Göttfert</cp:lastModifiedBy>
  <cp:revision>192</cp:revision>
  <dcterms:created xsi:type="dcterms:W3CDTF">2023-08-14T05:18:02Z</dcterms:created>
  <dcterms:modified xsi:type="dcterms:W3CDTF">2026-07-02T12:32:56Z</dcterms:modified>
  <cp:category>Vorlagen;Design</cp:category>
</cp:coreProperties>
</file>